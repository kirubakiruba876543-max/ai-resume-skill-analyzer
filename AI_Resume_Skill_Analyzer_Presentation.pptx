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Resume Skill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An AI/ML-based tool for comparing resumes with job descriptions</a:t>
            </a:r>
          </a:p>
          <a:p>
            <a:pPr>
              <a:spcAft>
                <a:spcPts val="1200"/>
              </a:spcAft>
              <a:defRPr sz="2200"/>
            </a:pPr>
            <a:r>
              <a:t>Hackathon Project</a:t>
            </a:r>
          </a:p>
          <a:p>
            <a:pPr>
              <a:spcAft>
                <a:spcPts val="1200"/>
              </a:spcAft>
              <a:defRPr sz="2200"/>
            </a:pPr>
            <a:r>
              <a:t>Technology: Python, Streamlit,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Students and job seekers often struggle to understand whether their resume matches a job role.</a:t>
            </a:r>
          </a:p>
          <a:p>
            <a:pPr>
              <a:spcAft>
                <a:spcPts val="1200"/>
              </a:spcAft>
              <a:defRPr sz="2200"/>
            </a:pPr>
            <a:r>
              <a:t>Manual comparison is time-consuming.</a:t>
            </a:r>
          </a:p>
          <a:p>
            <a:pPr>
              <a:spcAft>
                <a:spcPts val="1200"/>
              </a:spcAft>
              <a:defRPr sz="2200"/>
            </a:pPr>
            <a:r>
              <a:t>Important skills can be missed while reading long job descriptions.</a:t>
            </a:r>
          </a:p>
          <a:p>
            <a:pPr>
              <a:spcAft>
                <a:spcPts val="1200"/>
              </a:spcAft>
              <a:defRPr sz="2200"/>
            </a:pPr>
            <a:r>
              <a:t>A simple automated analyzer can provide quick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Users paste their resume and a target job description.</a:t>
            </a:r>
          </a:p>
          <a:p>
            <a:pPr>
              <a:spcAft>
                <a:spcPts val="1200"/>
              </a:spcAft>
              <a:defRPr sz="2200"/>
            </a:pPr>
            <a:r>
              <a:t>The system converts text into TF-IDF vectors.</a:t>
            </a:r>
          </a:p>
          <a:p>
            <a:pPr>
              <a:spcAft>
                <a:spcPts val="1200"/>
              </a:spcAft>
              <a:defRPr sz="2200"/>
            </a:pPr>
            <a:r>
              <a:t>Cosine similarity produces a resume–job match percentage.</a:t>
            </a:r>
          </a:p>
          <a:p>
            <a:pPr>
              <a:spcAft>
                <a:spcPts val="1200"/>
              </a:spcAft>
              <a:defRPr sz="2200"/>
            </a:pPr>
            <a:r>
              <a:t>A rule-based skill extractor identifies matched and missing skills.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1. Resume + Job Description input</a:t>
            </a:r>
          </a:p>
          <a:p>
            <a:pPr>
              <a:spcAft>
                <a:spcPts val="1200"/>
              </a:spcAft>
              <a:defRPr sz="2200"/>
            </a:pPr>
            <a:r>
              <a:t>2. Text cleaning and preprocessing</a:t>
            </a:r>
          </a:p>
          <a:p>
            <a:pPr>
              <a:spcAft>
                <a:spcPts val="1200"/>
              </a:spcAft>
              <a:defRPr sz="2200"/>
            </a:pPr>
            <a:r>
              <a:t>3. TF-IDF vectorization</a:t>
            </a:r>
          </a:p>
          <a:p>
            <a:pPr>
              <a:spcAft>
                <a:spcPts val="1200"/>
              </a:spcAft>
              <a:defRPr sz="2200"/>
            </a:pPr>
            <a:r>
              <a:t>4. Cosine similarity calculation</a:t>
            </a:r>
          </a:p>
          <a:p>
            <a:pPr>
              <a:spcAft>
                <a:spcPts val="1200"/>
              </a:spcAft>
              <a:defRPr sz="2200"/>
            </a:pPr>
            <a:r>
              <a:t>5. Skill extraction</a:t>
            </a:r>
          </a:p>
          <a:p>
            <a:pPr>
              <a:spcAft>
                <a:spcPts val="1200"/>
              </a:spcAft>
              <a:defRPr sz="2200"/>
            </a:pPr>
            <a:r>
              <a:t>6. Match score + skill-gap suggestions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Python + Streamlit for the application</a:t>
            </a:r>
          </a:p>
          <a:p>
            <a:pPr>
              <a:spcAft>
                <a:spcPts val="1200"/>
              </a:spcAft>
              <a:defRPr sz="2200"/>
            </a:pPr>
            <a:r>
              <a:t>Scikit-learn for TF-IDF and cosine similarity</a:t>
            </a:r>
          </a:p>
          <a:p>
            <a:pPr>
              <a:spcAft>
                <a:spcPts val="1200"/>
              </a:spcAft>
              <a:defRPr sz="2200"/>
            </a:pPr>
            <a:r>
              <a:t>Fast, lightweight and easy to run</a:t>
            </a:r>
          </a:p>
          <a:p>
            <a:pPr>
              <a:spcAft>
                <a:spcPts val="1200"/>
              </a:spcAft>
              <a:defRPr sz="2200"/>
            </a:pPr>
            <a:r>
              <a:t>Useful for students, freshers and career preparation</a:t>
            </a:r>
          </a:p>
          <a:p>
            <a:pPr>
              <a:spcAft>
                <a:spcPts val="1200"/>
              </a:spcAft>
              <a:defRPr sz="2200"/>
            </a:pPr>
            <a:r>
              <a:t>Can be extended with NLP models and job-portal integrations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The prototype gives quick, understandable resume feedback.</a:t>
            </a:r>
          </a:p>
          <a:p>
            <a:pPr>
              <a:spcAft>
                <a:spcPts val="1200"/>
              </a:spcAft>
              <a:defRPr sz="2200"/>
            </a:pPr>
            <a:r>
              <a:t>Future: semantic embeddings, LLM-based suggestions, PDF resume upload and personalized improvement tips.</a:t>
            </a:r>
          </a:p>
          <a:p>
            <a:pPr>
              <a:spcAft>
                <a:spcPts val="1200"/>
              </a:spcAft>
              <a:defRPr sz="2200"/>
            </a:pPr>
            <a:r>
              <a:t>The system is an educational prototype and not a real hiring decision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